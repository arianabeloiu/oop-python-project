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/>
    <p:restoredTop sz="93521"/>
  </p:normalViewPr>
  <p:slideViewPr>
    <p:cSldViewPr snapToGrid="0" snapToObjects="1">
      <p:cViewPr varScale="1">
        <p:scale>
          <a:sx n="106" d="100"/>
          <a:sy n="106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E968-84FA-0843-BC0A-3B86DB45A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CD8AF-DD21-1E46-B8C8-6EBF97FA1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5569-F132-BB43-8C1C-3F323DB1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0DA3B-2174-2D45-ABB2-7B7E7E84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B88B5-716F-444D-AB87-4ADF5FC4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5CD0-7ABC-E944-BA57-7AED238C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4C81A-4AF8-5447-ACCA-765BBBD5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E6BAD-F81A-BF42-A00F-B335024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EE208-7FA9-644F-B15C-72146292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ACE81-FD5B-C542-B0E2-D247CB8C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5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FB12-124F-6144-B915-2BA605F3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8221-A13B-A64C-980F-3E01ECD14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124C-45BE-CA4E-9434-3EE3A0CE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E2F1-4A66-3B4A-B0AB-A6DA7225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886F3-3901-814A-9B2D-18845D2D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84B7-F44C-764E-A2A6-6CA37A3A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68061-6EB5-D043-B518-0926A5E6A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D1654-E830-8840-8AD6-25FAA5183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5BE5B-4C8E-554B-8708-A94E97B2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89F37-8551-8043-9451-B0AF696C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79A9E-C117-C34F-8C7E-0A36CCE8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6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2C9E-DDD2-6B4E-B044-01D22BFA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25FBC-C078-A545-95EE-3FBB88B04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803B2-C94D-C245-98FA-B8B6FD53B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BC305-3C5C-C74B-B27D-C90DEC7C3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D02AF-B777-A149-8E6C-675F0AA74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6D1A7-905E-264D-B354-17FA4DC9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63AD9-1B0E-8147-B3C5-D6844541B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5357D-ABE3-8C4E-ACD9-CC78FD5E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4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FF80D-CD41-5C4E-9D85-7CE81AA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B9853-868E-EB40-BEF3-DF3C4A6A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C98A8-AEEC-454C-8BEF-4D81D6C3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64AEE-5910-F543-8B38-9579518D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8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C2B88-77E6-4143-B19B-B7596C7F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4C234-6E01-E647-A282-080473B7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03E65-37BC-AA41-8340-3BF862D1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1BBD-8433-DE46-A46C-44ED648C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6A87-74EA-A546-80E5-4B89FCA71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E589D-2FAF-AE4A-B7E5-8FCB487D1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255F6-BC7C-3C43-81C8-806A35E69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1B43C-7CDC-3246-80E8-3F7DFB29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30282-0732-CF48-966D-754EBD3D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8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0E66-EE31-1F4C-951B-09737642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2E54E-7EFD-D146-96AC-DE480E51C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33516-89EA-914A-8FAA-FF71866FB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E67C7-592D-C946-81B4-52BEDF21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33738-ED82-7743-BE10-E2F133B8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17B0C-197F-F842-A4EA-3C5FA3D0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0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C07D-0528-8F42-8E25-F931287B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905A5-E171-7748-AFC5-D1C8732E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2272-B585-C549-A3F0-4A719D36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6E60-EA4B-4B47-AB34-0C79547D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C70F7-5CAF-AA48-BE60-DC2405E6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5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4DC3D-9113-3C4A-A26C-124B10B26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C94D5-7F1D-B24D-8246-B965D2E9F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2031-463E-E24B-9CEB-421E9BE1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CE2F0-D77F-A84A-9944-6961B041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700AE-CF05-FB48-BC35-559CE3A5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3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3C635-E7B0-4F45-B2AA-F9C20E47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34F5-F2E0-0B44-BE05-0F89780EF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32865-4C94-174A-9A35-DC806902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C917C-BBBD-A741-8DC7-F54DCECA081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7FE9E-5100-C64F-AABB-DA723F03C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A94E6-3B4B-0E47-A502-24A1AF389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4585D-8BFC-9A4C-865A-D8E5CD31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0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fred_Aho" TargetMode="External"/><Relationship Id="rId2" Type="http://schemas.openxmlformats.org/officeDocument/2006/relationships/hyperlink" Target="https://en.wikipedia.org/wiki/Surna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eldung.com/linux/grep-sed-awk-differences" TargetMode="External"/><Relationship Id="rId5" Type="http://schemas.openxmlformats.org/officeDocument/2006/relationships/hyperlink" Target="https://en.wikipedia.org/wiki/Brian_Kernighan" TargetMode="External"/><Relationship Id="rId4" Type="http://schemas.openxmlformats.org/officeDocument/2006/relationships/hyperlink" Target="https://en.wikipedia.org/wiki/Peter_J._Weinberge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BA4BE8-7C94-7E4F-9EC0-F41DB88D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Grep, sed and awk: command line power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712490-E7D6-C64E-902F-C43B7F576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differences between them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grep</a:t>
            </a:r>
            <a:r>
              <a:rPr lang="en-US" sz="2800" b="1" dirty="0"/>
              <a:t>: only good for simple text matching and printing</a:t>
            </a:r>
          </a:p>
          <a:p>
            <a:pPr lvl="2"/>
            <a:r>
              <a:rPr lang="en-US" sz="2400" b="1" dirty="0"/>
              <a:t>Comes from </a:t>
            </a:r>
            <a:r>
              <a:rPr lang="en-US" sz="2400" i="1" dirty="0"/>
              <a:t>g/re/p globally search for a regular expression and print matching lines</a:t>
            </a:r>
            <a:endParaRPr lang="en-US" sz="2400" b="1" dirty="0"/>
          </a:p>
          <a:p>
            <a:pPr lvl="1"/>
            <a:r>
              <a:rPr lang="en-US" sz="2800" b="1" dirty="0">
                <a:solidFill>
                  <a:srgbClr val="7030A0"/>
                </a:solidFill>
              </a:rPr>
              <a:t>sed</a:t>
            </a:r>
            <a:r>
              <a:rPr lang="en-US" sz="2800" b="1" dirty="0"/>
              <a:t>: offers additional text transformation commands like substitution</a:t>
            </a:r>
          </a:p>
          <a:p>
            <a:pPr lvl="2"/>
            <a:r>
              <a:rPr lang="en-US" sz="2400" b="1" dirty="0"/>
              <a:t>Sed stands for “stream editor”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awk</a:t>
            </a:r>
            <a:r>
              <a:rPr lang="en-US" sz="2800" b="1" dirty="0"/>
              <a:t>: a scripting language</a:t>
            </a:r>
            <a:r>
              <a:rPr lang="en-US" sz="2800" dirty="0"/>
              <a:t> </a:t>
            </a:r>
            <a:r>
              <a:rPr lang="en-US" sz="2800" b="1" dirty="0"/>
              <a:t>that offers a multitude of features</a:t>
            </a:r>
          </a:p>
          <a:p>
            <a:pPr lvl="2"/>
            <a:r>
              <a:rPr lang="en-US" sz="2400" dirty="0"/>
              <a:t>derived from the </a:t>
            </a:r>
            <a:r>
              <a:rPr lang="en-US" sz="2400" dirty="0">
                <a:hlinkClick r:id="rId2" tooltip="Surname"/>
              </a:rPr>
              <a:t>surnames</a:t>
            </a:r>
            <a:r>
              <a:rPr lang="en-US" sz="2400" dirty="0"/>
              <a:t> of its authors: </a:t>
            </a:r>
            <a:r>
              <a:rPr lang="en-US" sz="2400" dirty="0">
                <a:hlinkClick r:id="rId3" tooltip="Alfred Aho"/>
              </a:rPr>
              <a:t>Alfred Aho</a:t>
            </a:r>
            <a:r>
              <a:rPr lang="en-US" sz="2400"/>
              <a:t>, </a:t>
            </a:r>
            <a:r>
              <a:rPr lang="en-US" sz="2400">
                <a:hlinkClick r:id="rId4" tooltip="Peter J. Weinberger"/>
              </a:rPr>
              <a:t>Peter Weinberger</a:t>
            </a:r>
            <a:r>
              <a:rPr lang="en-US" sz="2400"/>
              <a:t>, and </a:t>
            </a:r>
            <a:r>
              <a:rPr lang="en-US" sz="2400">
                <a:hlinkClick r:id="rId5" tooltip="Brian Kernighan"/>
              </a:rPr>
              <a:t>Brian Kernighan</a:t>
            </a:r>
            <a:r>
              <a:rPr lang="en-US" sz="2400"/>
              <a:t>.</a:t>
            </a:r>
            <a:endParaRPr lang="en-US" sz="2400" dirty="0"/>
          </a:p>
          <a:p>
            <a:r>
              <a:rPr lang="en-US" dirty="0">
                <a:hlinkClick r:id="rId6"/>
              </a:rPr>
              <a:t>https://www.baeldung.com/linux/grep-sed-awk-differences</a:t>
            </a:r>
            <a:endParaRPr lang="en-US" dirty="0"/>
          </a:p>
          <a:p>
            <a:r>
              <a:rPr lang="en-US" dirty="0"/>
              <a:t>Awk cheat sheet</a:t>
            </a:r>
          </a:p>
        </p:txBody>
      </p:sp>
    </p:spTree>
    <p:extLst>
      <p:ext uri="{BB962C8B-B14F-4D97-AF65-F5344CB8AC3E}">
        <p14:creationId xmlns:p14="http://schemas.microsoft.com/office/powerpoint/2010/main" val="40650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AFADC-4110-244C-9A4D-2A6C083D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64" y="1529854"/>
            <a:ext cx="5132220" cy="2302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33AAA4-0D50-B84E-99AA-D0A05F2AF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79" y="1709738"/>
            <a:ext cx="5823895" cy="1514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2D92B-A694-BB48-9FB0-4BE94BF56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64" y="3832540"/>
            <a:ext cx="5132220" cy="2937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161667-7417-3C4C-944C-AC7774ABE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502" y="3633789"/>
            <a:ext cx="5792974" cy="2021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34408E-8756-5B40-A77B-C013235C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grep</a:t>
            </a:r>
          </a:p>
        </p:txBody>
      </p:sp>
    </p:spTree>
    <p:extLst>
      <p:ext uri="{BB962C8B-B14F-4D97-AF65-F5344CB8AC3E}">
        <p14:creationId xmlns:p14="http://schemas.microsoft.com/office/powerpoint/2010/main" val="275711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4408E-8756-5B40-A77B-C013235C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sed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4907B-327C-2946-8F57-81E6566C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240" y="1573050"/>
            <a:ext cx="8193520" cy="510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6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B64D60-78A2-C245-AAEC-0A8C25F17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sed</a:t>
            </a: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0659DDE-8008-BF44-8F32-55B37DA0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373" y="1396588"/>
            <a:ext cx="7939060" cy="2897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AB1EBC-037B-0949-99B5-64AA17EE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372" y="4472496"/>
            <a:ext cx="6254639" cy="2271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BFB1D-851B-D34B-9D8E-89DE9794F8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77"/>
          <a:stretch/>
        </p:blipFill>
        <p:spPr>
          <a:xfrm>
            <a:off x="1638079" y="4182051"/>
            <a:ext cx="7890934" cy="26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3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CEF56-78DE-BF4A-B9E4-2AA33918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awk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F4B4E-A3A7-8742-BCBC-199DA81B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45839"/>
            <a:ext cx="10905066" cy="42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0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4B777-C69B-9B4A-A38A-C86C5AD1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awk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43E1F-637E-DE40-8364-1C2EA29D4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843" y="1724232"/>
            <a:ext cx="9086314" cy="513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5114-AC63-D248-95A2-EC0F662B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awk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AD0C6-D5AA-3344-A4E7-3D8EBD4563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236"/>
          <a:stretch/>
        </p:blipFill>
        <p:spPr>
          <a:xfrm>
            <a:off x="0" y="1514806"/>
            <a:ext cx="10717555" cy="1132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9DE1A5-CEBE-6F49-ABBF-5509FD0E3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92" y="2773450"/>
            <a:ext cx="5411175" cy="3912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8673A-6D6C-494E-AFA3-AB2BC22B3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066" y="2773450"/>
            <a:ext cx="6451719" cy="26969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ABB11C-89E5-EC40-B380-327BD4C2508C}"/>
              </a:ext>
            </a:extLst>
          </p:cNvPr>
          <p:cNvSpPr txBox="1"/>
          <p:nvPr/>
        </p:nvSpPr>
        <p:spPr>
          <a:xfrm>
            <a:off x="6096000" y="5836916"/>
            <a:ext cx="4668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GO TO AWK REFERENCE SHEET</a:t>
            </a:r>
          </a:p>
        </p:txBody>
      </p:sp>
    </p:spTree>
    <p:extLst>
      <p:ext uri="{BB962C8B-B14F-4D97-AF65-F5344CB8AC3E}">
        <p14:creationId xmlns:p14="http://schemas.microsoft.com/office/powerpoint/2010/main" val="211800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110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Grep, sed and awk: command line power</vt:lpstr>
      <vt:lpstr>grep</vt:lpstr>
      <vt:lpstr>sed</vt:lpstr>
      <vt:lpstr>sed</vt:lpstr>
      <vt:lpstr>awk</vt:lpstr>
      <vt:lpstr>awk</vt:lpstr>
      <vt:lpstr>awk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Kelley</dc:creator>
  <cp:lastModifiedBy>Ariana Beloiu</cp:lastModifiedBy>
  <cp:revision>6</cp:revision>
  <dcterms:created xsi:type="dcterms:W3CDTF">2022-02-10T00:43:16Z</dcterms:created>
  <dcterms:modified xsi:type="dcterms:W3CDTF">2026-02-10T17:58:57Z</dcterms:modified>
</cp:coreProperties>
</file>